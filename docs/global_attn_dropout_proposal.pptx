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Fixing the End-to-End NER F1 Collapse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 i="0">
                <a:solidFill>
                  <a:srgbClr val="2E86C1"/>
                </a:solidFill>
                <a:latin typeface="Calibri"/>
              </a:rPr>
              <a:t>Global-Attention Dropout: a retraining proposal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931920"/>
            <a:ext cx="457200" cy="54864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problem we're solving, why our first fix failed, and how the 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proposal closes the train/test regime gap WITHOUT leaking 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locations to the NER head.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77724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55C66"/>
                </a:solidFill>
                <a:latin typeface="Calibri"/>
              </a:rPr>
              <a:t>What you need to know in 60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Calibri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1F2D3D"/>
                </a:solidFill>
                <a:latin typeface="Calibri"/>
              </a:rPr>
              <a:t>End-to-end NER F1 = 0.05  vs  training-regime NER F1 = 0.74. Catastrophic on ORG/TICKER/PERSON (literal 0.00).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Calibri"/>
              </a:rPr>
              <a:t>Root 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1F2D3D"/>
                </a:solidFill>
                <a:latin typeface="Calibri"/>
              </a:rPr>
              <a:t>Encoder was always trained with global attention on gold entity tokens. At inference, no gold → CLS-only global → encoder representations diverge.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Calibri"/>
              </a:rPr>
              <a:t>First attempted fix (FAILED)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1F2D3D"/>
                </a:solidFill>
                <a:latin typeface="Calibri"/>
              </a:rPr>
              <a:t>Iterative 2-pass NER. F1 went from 0.046 → 0.027. Pass 2 can't seed global attention on entity types Pass 1 already misses.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27AE60"/>
                </a:solidFill>
                <a:latin typeface="Calibri"/>
              </a:rPr>
              <a:t>Proposed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1F2D3D"/>
                </a:solidFill>
                <a:latin typeface="Calibri"/>
              </a:rPr>
              <a:t>Retrain Stages 1-3 with global-attention DROPOUT: randomly hide entity globals from the encoder during training so it learns to work without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27AE60"/>
                </a:solidFill>
                <a:latin typeface="Calibri"/>
              </a:rPr>
              <a:t>Critical reassurance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F2D3D"/>
                </a:solidFill>
                <a:latin typeface="Calibri"/>
              </a:rPr>
              <a:t>The NER head NEVER receives entity locations as input — neither today nor after the fix. See slide 7 for the proof.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55C66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77724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What the smoke test showed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55C66"/>
                </a:solidFill>
                <a:latin typeface="Calibri"/>
              </a:rPr>
              <a:t>30 articles, CPU, max_length=1024 — single-pass vs 2-pass 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2286000" cy="45720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Entity 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280160"/>
            <a:ext cx="2286000" cy="45720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1-pass F1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280160"/>
            <a:ext cx="2286000" cy="45720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2-pass F1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280160"/>
            <a:ext cx="2286000" cy="45720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Gold-Mask F1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2286000" cy="411480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ORG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828800"/>
            <a:ext cx="2286000" cy="411480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0.00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828800"/>
            <a:ext cx="2286000" cy="411480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0.00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828800"/>
            <a:ext cx="2286000" cy="411480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~0.78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286000"/>
            <a:ext cx="2286000" cy="411480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TICKER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286000"/>
            <a:ext cx="2286000" cy="411480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0.00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2286000"/>
            <a:ext cx="2286000" cy="411480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0.00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2286000"/>
            <a:ext cx="2286000" cy="411480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~0.80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743200"/>
            <a:ext cx="2286000" cy="411480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PERSON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2743200"/>
            <a:ext cx="2286000" cy="411480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0.00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2743200"/>
            <a:ext cx="2286000" cy="411480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0.00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2743200"/>
            <a:ext cx="2286000" cy="411480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~0.65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200400"/>
            <a:ext cx="2286000" cy="411480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MONEY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34640" y="3200400"/>
            <a:ext cx="2286000" cy="411480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0.43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3200400"/>
            <a:ext cx="2286000" cy="411480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0.20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3200400"/>
            <a:ext cx="2286000" cy="411480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~0.85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657600"/>
            <a:ext cx="2286000" cy="411480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DATE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34640" y="3657600"/>
            <a:ext cx="2286000" cy="411480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0.18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3657600"/>
            <a:ext cx="2286000" cy="411480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0.18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3657600"/>
            <a:ext cx="2286000" cy="411480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~0.75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114800"/>
            <a:ext cx="2286000" cy="411480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PERCENT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34640" y="4114800"/>
            <a:ext cx="2286000" cy="411480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0.13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0" y="4114800"/>
            <a:ext cx="2286000" cy="411480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0.15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4114800"/>
            <a:ext cx="2286000" cy="411480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~0.85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572000"/>
            <a:ext cx="2286000" cy="411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OVERALL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34640" y="4572000"/>
            <a:ext cx="2286000" cy="411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0.046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20640" y="4572000"/>
            <a:ext cx="2286000" cy="411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0.027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6640" y="4572000"/>
            <a:ext cx="2286000" cy="411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0.74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F2D3D"/>
                </a:solidFill>
                <a:latin typeface="Calibri"/>
              </a:rPr>
              <a:t>Diagnostic key insight from 2-pass: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806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555C66"/>
                </a:solidFill>
                <a:latin typeface="Calibri"/>
              </a:rPr>
              <a:t>•  70% of articles produced ZERO confident Pass 1 spans → Pass 2 was a no-op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555C66"/>
                </a:solidFill>
                <a:latin typeface="Calibri"/>
              </a:rPr>
              <a:t>•  Of the 30% that ran Pass 2, global tokens were on MONEY/DATE — exactly the types that didn't need help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555C66"/>
                </a:solidFill>
                <a:latin typeface="Calibri"/>
              </a:rPr>
              <a:t>•  ORG/TICKER/PERSON tokens never get promoted to global → cannot be recovered by iteration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55C66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77724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this happens: regime mismatch in encoder global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55C66"/>
                </a:solidFill>
                <a:latin typeface="Calibri"/>
              </a:rPr>
              <a:t>Longformer's global_attention_mask gates which tokens get full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2E86C1"/>
                </a:solidFill>
                <a:latin typeface="Calibri"/>
              </a:rPr>
              <a:t>TRAINING (today)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5352" y="109728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C0392B"/>
                </a:solidFill>
                <a:latin typeface="Calibri"/>
              </a:rPr>
              <a:t>INFERENCE (e2e)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548640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Inputs: text + GOLD entity_masks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5486400" cy="45720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global_attn = CLS  |  gold_entity_tokens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5486400" cy="45720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Encoder sees the world WITH entity hubs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91840"/>
            <a:ext cx="5486400" cy="45720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Hidden states shaped by full-doc context for entities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54864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NER head learns: 'detect entities GIVEN this regime'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645920"/>
            <a:ext cx="5486400" cy="4572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Inputs: text only (entity_masks unknown)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2194560"/>
            <a:ext cx="5486400" cy="45720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global_attn = CLS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743200"/>
            <a:ext cx="5486400" cy="45720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Encoder runs in a regime IT NEVER SAW DURING TRAINING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3291840"/>
            <a:ext cx="5486400" cy="45720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Hidden states have no entity-aware signal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3840480"/>
            <a:ext cx="5486400" cy="4572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NER head misfires → F1 ≈ 0.05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1F2D3D"/>
                </a:solidFill>
                <a:latin typeface="Calibri"/>
              </a:rPr>
              <a:t>The fix: make the encoder see BOTH regimes during training so it produces useful hidden states either way.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 i="0">
                <a:solidFill>
                  <a:srgbClr val="1F2D3D"/>
                </a:solidFill>
                <a:latin typeface="Calibri"/>
              </a:rPr>
              <a:t>→ random per-sample dropout: with probability p, hide entity globals from encoder.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55C66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77724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Global-attention dropout: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55C66"/>
                </a:solidFill>
                <a:latin typeface="Calibri"/>
              </a:rPr>
              <a:t>Per-sample randomization in the training loop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1F2D3D"/>
                </a:solidFill>
                <a:latin typeface="Calibri"/>
              </a:rPr>
              <a:t>For each training sample, flip a biased coin (heads probability = p):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1920240" cy="64008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rand() &lt; p ?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743200" y="2286000"/>
            <a:ext cx="2743200" cy="822960"/>
          </a:xfrm>
          <a:prstGeom prst="bentConnector3">
            <a:avLst/>
          </a:prstGeom>
          <a:ln w="317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91840" y="23774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YES (drop)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08960"/>
            <a:ext cx="5029200" cy="4572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HIDE entity globals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11880"/>
            <a:ext cx="5029200" cy="45720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global_attn = CLS 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5029200" cy="45720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F2D3D"/>
                </a:solidFill>
                <a:latin typeface="Calibri"/>
              </a:rPr>
              <a:t>(matches inference regime)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75120" y="2286000"/>
            <a:ext cx="2743200" cy="822960"/>
          </a:xfrm>
          <a:prstGeom prst="bentConnector3">
            <a:avLst/>
          </a:prstGeom>
          <a:ln w="317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040880" y="23774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NO (keep)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59752" y="3108960"/>
            <a:ext cx="45720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KEEP entity globals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59752" y="3611880"/>
            <a:ext cx="4572000" cy="45720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global_attn = CLS | entity_tokens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9752" y="4114800"/>
            <a:ext cx="4572000" cy="45720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F2D3D"/>
                </a:solidFill>
                <a:latin typeface="Calibri"/>
              </a:rPr>
              <a:t>(matches sentiment-Pass-3 regime)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1F2D3D"/>
                </a:solidFill>
                <a:latin typeface="Calibri"/>
              </a:rPr>
              <a:t>Result after training: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49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F2D3D"/>
                </a:solidFill>
                <a:latin typeface="Calibri"/>
              </a:rPr>
              <a:t>•  Encoder + NER head learn to operate in BOTH regimes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D3D"/>
                </a:solidFill>
                <a:latin typeface="Calibri"/>
              </a:rPr>
              <a:t>•  At inference (CLS-only), F1 is no longer near zero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2D3D"/>
                </a:solidFill>
                <a:latin typeface="Calibri"/>
              </a:rPr>
              <a:t>•  At sentiment-Pass-3 (entity-aware), F1 is preserved (we still train it sometimes)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55C66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77724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Recommended settings (Kimi-vetted)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55C66"/>
                </a:solidFill>
                <a:latin typeface="Calibri"/>
              </a:rPr>
              <a:t>Conservative defaults that won't waste GPU hours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657600" cy="50292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 (target dropout probability)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188720"/>
            <a:ext cx="1554480" cy="5029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234440"/>
            <a:ext cx="5852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55C66"/>
                </a:solidFill>
                <a:latin typeface="Calibri"/>
              </a:rPr>
              <a:t>Half the batches in a still-broken regime is too noisy early; 0.3 balances regimes.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3657600" cy="50292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Granularity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828800"/>
            <a:ext cx="1554480" cy="5029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Per-sample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874519"/>
            <a:ext cx="5852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55C66"/>
                </a:solidFill>
                <a:latin typeface="Calibri"/>
              </a:rPr>
              <a:t>Each article in batch independently rolls. Per-batch is too noisy; per-token fractures entities.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68880"/>
            <a:ext cx="3657600" cy="50292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Curriculum schedule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2468880"/>
            <a:ext cx="1554480" cy="5029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Ramp 0 → 0.3 over first 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514600"/>
            <a:ext cx="5852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55C66"/>
                </a:solidFill>
                <a:latin typeface="Calibri"/>
              </a:rPr>
              <a:t>First 30% of total optimizer steps train with dropout=0 (entity-aware only) to establish base.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08960"/>
            <a:ext cx="3657600" cy="50292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Pre-flight 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3108960"/>
            <a:ext cx="1554480" cy="5029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 epoch, p=0.5, dual 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154680"/>
            <a:ext cx="5852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55C66"/>
                </a:solidFill>
                <a:latin typeface="Calibri"/>
              </a:rPr>
              <a:t>Run 1 stress-test epoch. If CLS-only F1 &gt; 0.30 → proceed. &lt; 0.15 → abort, pivot.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49040"/>
            <a:ext cx="3657600" cy="50292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Stages affected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3749040"/>
            <a:ext cx="1554480" cy="5029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1, 2, AND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794760"/>
            <a:ext cx="5852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55C66"/>
                </a:solidFill>
                <a:latin typeface="Calibri"/>
              </a:rPr>
              <a:t>Stage 3 too — the V2 sentiment head will overfit to entity-aware encoder output if we skip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89120"/>
            <a:ext cx="3657600" cy="50292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Encoder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4389120"/>
            <a:ext cx="1554480" cy="5029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Longformer-Large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434840"/>
            <a:ext cx="5852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55C66"/>
                </a:solidFill>
                <a:latin typeface="Calibri"/>
              </a:rPr>
              <a:t>Match the existing Apr-18 production weights so we can compare apples to apples.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 i="1">
                <a:solidFill>
                  <a:srgbClr val="1F2D3D"/>
                </a:solidFill>
                <a:latin typeface="Calibri"/>
              </a:rPr>
              <a:t>Estimated cost: 1 epoch pre-flight = 30 min; full retrain (S1+S2+S3) = ~7-8 hr on A100.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55C66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77724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Critical: the NER head NEVER receives entity locations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55C66"/>
                </a:solidFill>
                <a:latin typeface="Calibri"/>
              </a:rPr>
              <a:t>Even today, NER predicts from encoder hidden states only — it doesn't 'cheat'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1F2D3D"/>
                </a:solidFill>
                <a:latin typeface="Calibri"/>
              </a:rPr>
              <a:t>What the NER head receives as input: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4114800" cy="64008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LONGFORMER ENCODER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55C66"/>
                </a:solidFill>
                <a:latin typeface="Calibri"/>
              </a:rPr>
              <a:t>input_ids, attention_mask, global_attention_mask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1965960"/>
            <a:ext cx="1828800" cy="0"/>
          </a:xfrm>
          <a:prstGeom prst="bentConnector3">
            <a:avLst/>
          </a:prstGeom>
          <a:ln w="31750">
            <a:solidFill>
              <a:srgbClr val="1F2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20640" y="169164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55C66"/>
                </a:solidFill>
                <a:latin typeface="Calibri"/>
              </a:rPr>
              <a:t>hidden states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993392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 i="1">
                <a:solidFill>
                  <a:srgbClr val="555C66"/>
                </a:solidFill>
                <a:latin typeface="Calibri"/>
              </a:rPr>
              <a:t>(B, T, 1024)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645920"/>
            <a:ext cx="4114800" cy="64008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NER HEAD (CRF)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33172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55C66"/>
                </a:solidFill>
                <a:latin typeface="Calibri"/>
              </a:rPr>
              <a:t>→ BIO labels (B, 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200400"/>
            <a:ext cx="4114800" cy="5486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entity_masks (gold positions)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971800" y="2331720"/>
            <a:ext cx="0" cy="868680"/>
          </a:xfrm>
          <a:prstGeom prst="bentConnector3">
            <a:avLst/>
          </a:prstGeom>
          <a:ln w="317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269748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 i="1">
                <a:solidFill>
                  <a:srgbClr val="C0392B"/>
                </a:solidFill>
                <a:latin typeface="Calibri"/>
              </a:rPr>
              <a:t>USED ONLY HERE: build global_attention_mask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3200400"/>
            <a:ext cx="4114800" cy="54864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SENTIMENT HEAD (cross-attn)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0" y="3474720"/>
            <a:ext cx="1828800" cy="0"/>
          </a:xfrm>
          <a:prstGeom prst="bentConnector3">
            <a:avLst/>
          </a:prstGeom>
          <a:ln w="317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120640" y="320040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C0392B"/>
                </a:solidFill>
                <a:latin typeface="Calibri"/>
              </a:rPr>
              <a:t>entity tokens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06240"/>
            <a:ext cx="1124712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Critical observation: the NER head's INPUT is just the encoder hidden states. It never sees entity_masks directly.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F2D3D"/>
                </a:solidFill>
                <a:latin typeface="Calibri"/>
              </a:rPr>
              <a:t>But there's an INDIRECT leak: entity_masks shape global_attention_mask, which shapes the encoder's hidden states.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F2D3D"/>
                </a:solidFill>
                <a:latin typeface="Calibri"/>
              </a:rPr>
              <a:t>This is the leak we're closing. With dropout (p=0.3): in 30% of training samples, global_attention_mask is CLS-only (no leak from gold positions).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The NER head must learn to detect entities WITHOUT this hint — exactly the inference regime.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555C66"/>
                </a:solidFill>
                <a:latin typeface="Calibri"/>
              </a:rPr>
              <a:t>Sanity check: at inference, entity_masks doesn't exist. Whatever the model produces is genuinely from text, never from gold positions.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55C66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77724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Inference path AFTER retrain (clean, single-pass NER)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55C66"/>
                </a:solidFill>
                <a:latin typeface="Calibri"/>
              </a:rPr>
              <a:t>No more 2-pass NER hack — the model handles CLS-only directly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54864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STEP 1 — NER (single forward, CLS-only global)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F2D3D"/>
                </a:solidFill>
                <a:latin typeface="Calibri"/>
              </a:rPr>
              <a:t>encoder(input_ids, attention_mask, global_attention_mask=CLS_only)  →  hidden states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F2D3D"/>
                </a:solidFill>
                <a:latin typeface="Calibri"/>
              </a:rPr>
              <a:t>ner_head(hidden states)  →  BIO labels  →  decode_BIO  →  predicted entity spans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27AE60"/>
                </a:solidFill>
                <a:latin typeface="Calibri"/>
              </a:rPr>
              <a:t>Expected: NER F1 ≥ 0.65 in e2e (vs 0.05 today)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91840"/>
            <a:ext cx="11247120" cy="5486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STEP 2 — Sentiment (re-encode with PREDICTED entities as global)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F2D3D"/>
                </a:solidFill>
                <a:latin typeface="Calibri"/>
              </a:rPr>
              <a:t>global_attn_2 = CLS  |  predicted_entity_tokens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F2D3D"/>
                </a:solidFill>
                <a:latin typeface="Calibri"/>
              </a:rPr>
              <a:t>encoder(..., global_attention_mask=global_attn_2)  →  hidden states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262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F2D3D"/>
                </a:solidFill>
                <a:latin typeface="Calibri"/>
              </a:rPr>
              <a:t>sentiment_head(hidden states, predicted_entity_masks)  →  per-entity sentiment scores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1F2D3D"/>
                </a:solidFill>
                <a:latin typeface="Calibri"/>
              </a:rPr>
              <a:t>Total compute: 2 encoder forwards per article (was 3 with 2-pass-NER hack).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 i="0">
                <a:solidFill>
                  <a:srgbClr val="1F2D3D"/>
                </a:solidFill>
                <a:latin typeface="Calibri"/>
              </a:rPr>
              <a:t>Wall clock: ~25 min for 6,750 articles on A100 (was ~33 min with 2-pass-NER).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555C66"/>
                </a:solidFill>
                <a:latin typeface="Calibri"/>
              </a:rPr>
              <a:t>Code-wise: rip out the 2-pass logic from evaluate_e2e_pipeline.py — single-pass becomes correct.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55C66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77724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Second gap: sentiment head trained on gold, scored on predicted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55C66"/>
                </a:solidFill>
                <a:latin typeface="Calibri"/>
              </a:rPr>
              <a:t>The user spotted this — it's a real but smaller issue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1F2D3D"/>
                </a:solidFill>
                <a:latin typeface="Calibri"/>
              </a:rPr>
              <a:t>Plan A (proposed) closes the encoder/NER gap. The sentiment head still has a smaller gap: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548640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TRAINING (sentiment head)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737360"/>
            <a:ext cx="5486400" cy="4572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INFERENCE (sentiment head)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5486400" cy="45720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Receives GOLD entity_masks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2286000"/>
            <a:ext cx="5486400" cy="45720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Receives PREDICTED entity_masks (NER output)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5486400" cy="45720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Cross-attention queries on perfect tokens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2834640"/>
            <a:ext cx="5486400" cy="45720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D3D"/>
                </a:solidFill>
                <a:latin typeface="Calibri"/>
              </a:rPr>
              <a:t>Queries on slightly-wrong tokens (boundary errors, FPs)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1F2D3D"/>
                </a:solidFill>
                <a:latin typeface="Calibri"/>
              </a:rPr>
              <a:t>Plan A vs Plan B — phased approach: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06240"/>
            <a:ext cx="54864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PLAN A — first 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0916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D3D"/>
                </a:solidFill>
                <a:latin typeface="Calibri"/>
              </a:rPr>
              <a:t>Sentiment trained on GOLD entity_masks throughout.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D3D"/>
                </a:solidFill>
                <a:latin typeface="Calibri"/>
              </a:rPr>
              <a:t>Hope: gap is small. Cost: ~7-8 hr.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4206240"/>
            <a:ext cx="548640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PLAN B — only if needed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470916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D3D"/>
                </a:solidFill>
                <a:latin typeface="Calibri"/>
              </a:rPr>
              <a:t>Re-do JUST Stage 3 with predicted entity_masks.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502920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D3D"/>
                </a:solidFill>
                <a:latin typeface="Calibri"/>
              </a:rPr>
              <a:t>Match preds to gold by IoU. Cost: ~1-2 hr.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>Decision rule: after Plan A, compare gold-mask sentiment Pearson r to e2e Pearson 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  <a:latin typeface="Calibri"/>
              </a:rPr>
              <a:t>Δ &lt; 0.05 → ship Plan A.    Δ &gt; 0.10 → run Plan B (cheap, only Stage 3 retrains).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55C66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77724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Risks and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55C66"/>
                </a:solidFill>
                <a:latin typeface="Calibri"/>
              </a:rPr>
              <a:t>What could go wrong, and how we'll know early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3200400" cy="36576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005840"/>
            <a:ext cx="4114800" cy="36576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What it looks like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005840"/>
            <a:ext cx="4114800" cy="36576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Mitigation /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3200400" cy="77724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55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D3D"/>
                </a:solidFill>
                <a:latin typeface="Calibri"/>
              </a:rPr>
              <a:t>CLS-only F1 fails to recover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280160"/>
            <a:ext cx="4114800" cy="77724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55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F2D3D"/>
                </a:solidFill>
                <a:latin typeface="Calibri"/>
              </a:rPr>
              <a:t>Even with dropout, NER F1 stays near 0 in CLS-only regime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280160"/>
            <a:ext cx="4114800" cy="77724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55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F2D3D"/>
                </a:solidFill>
                <a:latin typeface="Calibri"/>
              </a:rPr>
              <a:t>Pre-flight 1-epoch test (30 min). Abort if F1 &lt; 0.15. Pivot to always-CLS-only training.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21408"/>
            <a:ext cx="3200400" cy="77724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55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D3D"/>
                </a:solidFill>
                <a:latin typeface="Calibri"/>
              </a:rPr>
              <a:t>Entity-aware F1 degrades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121408"/>
            <a:ext cx="4114800" cy="77724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55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F2D3D"/>
                </a:solidFill>
                <a:latin typeface="Calibri"/>
              </a:rPr>
              <a:t>Dropout disrupts the original training regime; sentiment Pass 3 quality drops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121408"/>
            <a:ext cx="4114800" cy="77724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55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F2D3D"/>
                </a:solidFill>
                <a:latin typeface="Calibri"/>
              </a:rPr>
              <a:t>Dual eval every epoch (entity-aware + CLS-only F1). Reduce p if entity-aware F1 drops &gt; 0.05.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62656"/>
            <a:ext cx="3200400" cy="77724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55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D3D"/>
                </a:solidFill>
                <a:latin typeface="Calibri"/>
              </a:rPr>
              <a:t>Stage 2 curriculum interaction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2962656"/>
            <a:ext cx="4114800" cy="77724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55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F2D3D"/>
                </a:solidFill>
                <a:latin typeface="Calibri"/>
              </a:rPr>
              <a:t>Late-stage sentiment focus + dropout creates instability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962656"/>
            <a:ext cx="4114800" cy="77724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55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F2D3D"/>
                </a:solidFill>
                <a:latin typeface="Calibri"/>
              </a:rPr>
              <a:t>Kimi flagged as low-risk. Keep curriculum unchanged; monitor sentiment loss curve.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03904"/>
            <a:ext cx="3200400" cy="77724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55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D3D"/>
                </a:solidFill>
                <a:latin typeface="Calibri"/>
              </a:rPr>
              <a:t>Sentiment head overfits to entity-aware encoder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3803904"/>
            <a:ext cx="4114800" cy="77724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55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F2D3D"/>
                </a:solidFill>
                <a:latin typeface="Calibri"/>
              </a:rPr>
              <a:t>Even with encoder robust, sentiment head trained only on entity-aware regime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3803904"/>
            <a:ext cx="4114800" cy="77724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55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F2D3D"/>
                </a:solidFill>
                <a:latin typeface="Calibri"/>
              </a:rPr>
              <a:t>Apply dropout in Stage 3 too (per Kimi). Sentiment head sees both regimes.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645152"/>
            <a:ext cx="3200400" cy="77724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55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D3D"/>
                </a:solidFill>
                <a:latin typeface="Calibri"/>
              </a:rPr>
              <a:t>Numerical instability with mixed precision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4645152"/>
            <a:ext cx="4114800" cy="77724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55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F2D3D"/>
                </a:solidFill>
                <a:latin typeface="Calibri"/>
              </a:rPr>
              <a:t>Float16 attention can NaN under varied global-mask sparsity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4645152"/>
            <a:ext cx="4114800" cy="77724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55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F2D3D"/>
                </a:solidFill>
                <a:latin typeface="Calibri"/>
              </a:rPr>
              <a:t>Existing AMP setup; monitor train loss for NaN spikes (existing safeguard from Stage 3).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486400"/>
            <a:ext cx="3200400" cy="77724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55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D3D"/>
                </a:solidFill>
                <a:latin typeface="Calibri"/>
              </a:rPr>
              <a:t>Predicted-mask sentiment gap (Plan A)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5486400"/>
            <a:ext cx="4114800" cy="77724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55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F2D3D"/>
                </a:solidFill>
                <a:latin typeface="Calibri"/>
              </a:rPr>
              <a:t>Sentiment quality drops with imperfect NER predictions vs gold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5486400"/>
            <a:ext cx="4114800" cy="77724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55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F2D3D"/>
                </a:solidFill>
                <a:latin typeface="Calibri"/>
              </a:rPr>
              <a:t>Measure post-Plan-A. If Δ &gt; 0.10 Pearson r, run cheap Plan B (Stage 3 only).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55C66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77724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55C66"/>
                </a:solidFill>
                <a:latin typeface="Calibri"/>
              </a:rPr>
              <a:t>What changes where, in execution order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640080" cy="45720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1188720"/>
            <a:ext cx="365760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training/trainer.py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234440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D3D"/>
                </a:solidFill>
                <a:latin typeface="Calibri"/>
              </a:rPr>
              <a:t>Add per-sample global-attn dropout + curriculum to _forward_batch().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640080" cy="45720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737360"/>
            <a:ext cx="365760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training/trainer.py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783080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D3D"/>
                </a:solidFill>
                <a:latin typeface="Calibri"/>
              </a:rPr>
              <a:t>Add dual-eval mode: run validation twice/epoch (entity-aware + CLS-only).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86000"/>
            <a:ext cx="640080" cy="45720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2286000"/>
            <a:ext cx="365760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TrainingConfig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331720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D3D"/>
                </a:solidFill>
                <a:latin typeface="Calibri"/>
              </a:rPr>
              <a:t>Add global_attn_dropout_prob, global_attn_dropout_warmup_frac fields.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34640"/>
            <a:ext cx="640080" cy="45720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2834640"/>
            <a:ext cx="365760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scripts/training/train_two_stage.py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880360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D3D"/>
                </a:solidFill>
                <a:latin typeface="Calibri"/>
              </a:rPr>
              <a:t>Wire CLI flags. Update default train/val to data/labeled/final/*.jsonl. Use Longformer-Large.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383280"/>
            <a:ext cx="640080" cy="45720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3383280"/>
            <a:ext cx="365760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scripts/training/train_stage3.py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429000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D3D"/>
                </a:solidFill>
                <a:latin typeface="Calibri"/>
              </a:rPr>
              <a:t>Same — Stage 3 also gets dropout (sentiment head needs it per Kimi).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640080" cy="45720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3931920"/>
            <a:ext cx="365760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Pre-flight on Colab (1 epoch, p=0.5)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977639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D3D"/>
                </a:solidFill>
                <a:latin typeface="Calibri"/>
              </a:rPr>
              <a:t>Stress test. Eval val twice. Abort if CLS-only F1 &lt; 0.15.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80559"/>
            <a:ext cx="640080" cy="45720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20" y="4480559"/>
            <a:ext cx="365760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Full retrain on Colab (S1 + S2 + S3, p=0.3, warmup=0.3)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526279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D3D"/>
                </a:solidFill>
                <a:latin typeface="Calibri"/>
              </a:rPr>
              <a:t>~7-8 hours. New checkpoint best_model_&lt;DATE&gt;.pt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029199"/>
            <a:ext cx="640080" cy="45720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88720" y="5029199"/>
            <a:ext cx="365760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Update evaluate_e2e_pipeline.py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5074919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D3D"/>
                </a:solidFill>
                <a:latin typeface="Calibri"/>
              </a:rPr>
              <a:t>Set --ner-mode single-pass as default. Optionally rip out 2-pass code.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577839"/>
            <a:ext cx="640080" cy="45720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8720" y="5577839"/>
            <a:ext cx="365760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Run e2e benchmark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5623559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D3D"/>
                </a:solidFill>
                <a:latin typeface="Calibri"/>
              </a:rPr>
              <a:t>Compare e2e Pearson r vs gold-mask Pearson r. If Δ &gt; 0.10, run Plan B Stage 3 retrain.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55C66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77724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Decisions to confirm before I write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55C66"/>
                </a:solidFill>
                <a:latin typeface="Calibri"/>
              </a:rPr>
              <a:t>Five questions — once answered, I implement &amp; run pre-flight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640080" cy="4572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1188720"/>
            <a:ext cx="10515600" cy="45720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Run pre-flight (1 epoch, p=0.5) before committing to full retrain?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9164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555C66"/>
                </a:solidFill>
                <a:latin typeface="Calibri"/>
              </a:rPr>
              <a:t>Strongly recommended. 30-min insurance against an 8-hour wasted run.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48840"/>
            <a:ext cx="640080" cy="4572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2148840"/>
            <a:ext cx="10515600" cy="45720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Settings: p=0.3 with curriculum 0→0.3 over first 30% of training?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517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555C66"/>
                </a:solidFill>
                <a:latin typeface="Calibri"/>
              </a:rPr>
              <a:t>Kimi-vetted. Conservative, balances regimes, avoids early-training disruption.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640080" cy="4572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3108960"/>
            <a:ext cx="10515600" cy="45720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Retrain Stages 1 + 2 + 3, or just 1 + 2 first?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6118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555C66"/>
                </a:solidFill>
                <a:latin typeface="Calibri"/>
              </a:rPr>
              <a:t>Kimi recommends all three: V2 sentiment head needs CLS-only encoder exposure too.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69080"/>
            <a:ext cx="640080" cy="4572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4069080"/>
            <a:ext cx="10515600" cy="45720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Training data: data/labeled/final/{train,val}.jsonl (Sonnet-relabeled)?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57200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555C66"/>
                </a:solidFill>
                <a:latin typeface="Calibri"/>
              </a:rPr>
              <a:t>Latest, best-quality labels. 17,593 train / 2,130 val. Same as Apr-18 successful run.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029200"/>
            <a:ext cx="640080" cy="4572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5029200"/>
            <a:ext cx="10515600" cy="45720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Encoder: Longformer-Large (1024 hidden, 2048 max length)?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532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555C66"/>
                </a:solidFill>
                <a:latin typeface="Calibri"/>
              </a:rPr>
              <a:t>Matches the Apr-18 production weights. Makes results comparable.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2E86C1"/>
                </a:solidFill>
                <a:latin typeface="Calibri"/>
              </a:rPr>
              <a:t>Tell me your answers and I'll implement the trainer changes + pre-flight notebook.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55C66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